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Período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donut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bar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Produto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clean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fundo_purple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fundo_purple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Meses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Semestre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Mês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Produto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Histograma - Unidades Vendidas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6b21fbfc-811e-40ac-9863-0ce3160f7077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075b29b4179a4602" /><Relationship Type="http://schemas.openxmlformats.org/officeDocument/2006/relationships/slideLayout" Target="/ppt/slideLayouts/slideLayout8.xml" Id="R2484123aeda64508" /><Relationship Type="http://schemas.openxmlformats.org/officeDocument/2006/relationships/hyperlink" Target="https://app.powerbi.com/groups/me/reports/6b21fbfc-811e-40ac-9863-0ce3160f7077/?pbi_source=PowerPoint" TargetMode="External" Id="RelId0" /><Relationship Type="http://schemas.openxmlformats.org/officeDocument/2006/relationships/image" Target="/ppt/media/image4.png" Id="imgId4551183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c2036348a68f4519" /><Relationship Type="http://schemas.openxmlformats.org/officeDocument/2006/relationships/slideLayout" Target="/ppt/slideLayouts/slideLayout8.xml" Id="R1e53ad1514204e0e" /><Relationship Type="http://schemas.openxmlformats.org/officeDocument/2006/relationships/hyperlink" Target="https://app.powerbi.com/groups/me/reports/6b21fbfc-811e-40ac-9863-0ce3160f7077/?pbi_source=PowerPoint" TargetMode="External" Id="RelId1" /><Relationship Type="http://schemas.openxmlformats.org/officeDocument/2006/relationships/image" Target="/ppt/media/image5.png" Id="imgId4551183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17c92cc964544325" /><Relationship Type="http://schemas.openxmlformats.org/officeDocument/2006/relationships/slideLayout" Target="/ppt/slideLayouts/slideLayout8.xml" Id="R6a6e55c6e01c433c" /><Relationship Type="http://schemas.openxmlformats.org/officeDocument/2006/relationships/hyperlink" Target="https://app.powerbi.com/groups/me/reports/6b21fbfc-811e-40ac-9863-0ce3160f7077/?pbi_source=PowerPoint" TargetMode="External" Id="RelId2" /><Relationship Type="http://schemas.openxmlformats.org/officeDocument/2006/relationships/image" Target="/ppt/media/image6.png" Id="imgId455118398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relatorio_vendas modificado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03/12/2025 16:16:26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03/12/2025 16:14:19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image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511839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Home Page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 ,shape ,shape ,Vendas por Período ,card ,card ,card ,card ,card ,clusteredBarChart ,Botão - donut ,Botão - bar ,Vendas por Segmento ,Vendas por Produto ,clean ,actionButton ,textbox ,slicer ,Vendas por País ,Botão - Treemap ,map ,Botão - map ,actionButton ,fundo_purple ,image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511839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Principal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 ,shape ,image ,shape ,actionButton ,fundo_purple ,Botão Meses ,Botão Semestre ,Vendas por Mês ,columnChart ,actionButton ,pivotTable ,Vendas por Produto ,Histograma - Unidades Vendidas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511839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Detalhes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
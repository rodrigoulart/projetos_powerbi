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logo_dio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Segment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Segment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clean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logo_dio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RadarChart1446119667547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waterfallChart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logo_dio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&amp; Profit x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&amp; Gross x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2de54e9a-1d04-407f-bb96-c5dccbea55cb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d7cd2d68b8bd47a6" /><Relationship Type="http://schemas.openxmlformats.org/officeDocument/2006/relationships/slideLayout" Target="/ppt/slideLayouts/slideLayout8.xml" Id="R5d7c76aecec64c69" /><Relationship Type="http://schemas.openxmlformats.org/officeDocument/2006/relationships/hyperlink" Target="https://app.powerbi.com/groups/me/reports/2de54e9a-1d04-407f-bb96-c5dccbea55cb/?pbi_source=PowerPoint" TargetMode="External" Id="RelId0" /><Relationship Type="http://schemas.openxmlformats.org/officeDocument/2006/relationships/image" Target="/ppt/media/image4.png" Id="imgId454909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eb325a7c8e14a92" /><Relationship Type="http://schemas.openxmlformats.org/officeDocument/2006/relationships/slideLayout" Target="/ppt/slideLayouts/slideLayout8.xml" Id="R8c637ffe6d7f445f" /><Relationship Type="http://schemas.openxmlformats.org/officeDocument/2006/relationships/hyperlink" Target="https://app.powerbi.com/groups/me/reports/2de54e9a-1d04-407f-bb96-c5dccbea55cb/?pbi_source=PowerPoint" TargetMode="External" Id="RelId1" /><Relationship Type="http://schemas.openxmlformats.org/officeDocument/2006/relationships/image" Target="/ppt/media/image5.png" Id="imgId4549091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955db622f7f14b2e" /><Relationship Type="http://schemas.openxmlformats.org/officeDocument/2006/relationships/slideLayout" Target="/ppt/slideLayouts/slideLayout8.xml" Id="Rb972bb2b39944a43" /><Relationship Type="http://schemas.openxmlformats.org/officeDocument/2006/relationships/hyperlink" Target="https://app.powerbi.com/groups/me/reports/2de54e9a-1d04-407f-bb96-c5dccbea55cb/?pbi_source=PowerPoint" TargetMode="External" Id="RelId2" /><Relationship Type="http://schemas.openxmlformats.org/officeDocument/2006/relationships/image" Target="/ppt/media/image6.png" Id="imgId454909123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relatorio_gerencial_modificado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03/12/2025 10:12:23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03/12/2025 10:09:33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shape ,logo_dio ,textbox ,image ,shape ,shape ,Sales x Mês ,card ,shape ,card ,shape ,Sales x Segment ,clusteredBarChart ,Botão - Product ,Botão - Segment ,clean ,actionButton ,textbox ,slicer ,actionButton ,pivotTable ,shape ,pageNavigator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49091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shape ,shape ,logo_dio ,shape ,shape ,shape ,shape ,treemap ,RadarChart1446119667547 ,waterfallChart ,decompositionTreeVisual ,ChicletSlicer1448559807354 ,actionButton ,pageNavigator ,image ,textbox ,image ,shape ,actionButton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490912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Profit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shape ,logo_dio ,Sales &amp; Profit x Mês ,pivotTable ,shape ,pageNavigator ,shape ,shape ,Sales &amp; Gross x Mês ,image ,textbox ,image ,shape ,actionButton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490912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
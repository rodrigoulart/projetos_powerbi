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Período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card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clusteredBarChart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donut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bar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Segmento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clean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slicer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País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Treemap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- map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fundo_purple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fundo_purple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Meses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Botão Semestre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Mês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pivotTable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Vendas por Produto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Histograma - Unidades Vendidas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image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fundo_purple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actionButton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barChart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shape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columnChart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ChicletSlicer1448559807354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fe5e7a66-be75-4a59-8825-ddbf6ad2d5a1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723205f35fd84147" /><Relationship Type="http://schemas.openxmlformats.org/officeDocument/2006/relationships/slideLayout" Target="/ppt/slideLayouts/slideLayout8.xml" Id="R6d38a63d3d2d4e2b" /><Relationship Type="http://schemas.openxmlformats.org/officeDocument/2006/relationships/hyperlink" Target="https://app.powerbi.com/groups/me/reports/fe5e7a66-be75-4a59-8825-ddbf6ad2d5a1/?pbi_source=PowerPoint" TargetMode="External" Id="RelId0" /><Relationship Type="http://schemas.openxmlformats.org/officeDocument/2006/relationships/image" Target="/ppt/media/image4.png" Id="imgId4553071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1013c6e4e2f1445d" /><Relationship Type="http://schemas.openxmlformats.org/officeDocument/2006/relationships/slideLayout" Target="/ppt/slideLayouts/slideLayout8.xml" Id="Rdda9c40051a14e8d" /><Relationship Type="http://schemas.openxmlformats.org/officeDocument/2006/relationships/hyperlink" Target="https://app.powerbi.com/groups/me/reports/fe5e7a66-be75-4a59-8825-ddbf6ad2d5a1/?pbi_source=PowerPoint" TargetMode="External" Id="RelId1" /><Relationship Type="http://schemas.openxmlformats.org/officeDocument/2006/relationships/image" Target="/ppt/media/image5.png" Id="imgId4553071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f0e8ccfb806541ce" /><Relationship Type="http://schemas.openxmlformats.org/officeDocument/2006/relationships/slideLayout" Target="/ppt/slideLayouts/slideLayout8.xml" Id="R0bcd2036243d4749" /><Relationship Type="http://schemas.openxmlformats.org/officeDocument/2006/relationships/hyperlink" Target="https://app.powerbi.com/groups/me/reports/fe5e7a66-be75-4a59-8825-ddbf6ad2d5a1/?pbi_source=PowerPoint" TargetMode="External" Id="RelId2" /><Relationship Type="http://schemas.openxmlformats.org/officeDocument/2006/relationships/image" Target="/ppt/media/image6.png" Id="imgId4553071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5ee0ae6a2fcf4565" /><Relationship Type="http://schemas.openxmlformats.org/officeDocument/2006/relationships/slideLayout" Target="/ppt/slideLayouts/slideLayout8.xml" Id="R6493b2900c9b4002" /><Relationship Type="http://schemas.openxmlformats.org/officeDocument/2006/relationships/hyperlink" Target="https://app.powerbi.com/groups/me/reports/fe5e7a66-be75-4a59-8825-ddbf6ad2d5a1/?pbi_source=PowerPoint" TargetMode="External" Id="RelId3" /><Relationship Type="http://schemas.openxmlformats.org/officeDocument/2006/relationships/image" Target="/ppt/media/image7.png" Id="imgId455307157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relatorio_com _parametros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03/12/2025 21:52:17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03/12/2025 21:48:07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imag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307154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Home Page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hape ,shape ,Vendas por Período ,card ,card ,card ,card ,card ,clusteredBarChart ,Botão - donut ,Botão - bar ,Vendas por Segmento ,Vendas por Produto ,clean ,actionButton ,textbox ,slicer ,Vendas por País ,Botão - Treemap ,map ,Botão - map ,actionButton ,fundo_purple ,image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307155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Principal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hape ,image ,shape ,actionButton ,fundo_purple ,Botão Meses ,Botão Semestre ,Vendas por Mês ,columnChart ,actionButton ,pivotTable ,Vendas por Produto ,Histograma - Unidades Vendidas ,actionButton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30715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Detalhes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shape ,image ,actionButton ,fundo_purple ,columnChart ,actionButton ,barChart ,ChicletSlicer1448559807354 ,shape ,shape ,columnChart ,ChicletSlicer1448559807354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45530715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Parâmetros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
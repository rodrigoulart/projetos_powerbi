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logo_dio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x Mês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donut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bar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x Segment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x Product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clean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x Country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Treemap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logo_dio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treemap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RadarChart1446119667547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waterfallChart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decompositionTreeVisual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ChicletSlicer1448559807354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081b62e0-ee6b-47af-80ab-a2476908bfd1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fe55a40de7a84fdf" /><Relationship Type="http://schemas.openxmlformats.org/officeDocument/2006/relationships/slideLayout" Target="/ppt/slideLayouts/slideLayout8.xml" Id="R9a2877cfd46d4a7f" /><Relationship Type="http://schemas.openxmlformats.org/officeDocument/2006/relationships/hyperlink" Target="https://app.powerbi.com/groups/me/reports/081b62e0-ee6b-47af-80ab-a2476908bfd1/?pbi_source=PowerPoint" TargetMode="External" Id="RelId0" /><Relationship Type="http://schemas.openxmlformats.org/officeDocument/2006/relationships/image" Target="/ppt/media/image4.png" Id="imgId4491921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f7783118023248b2" /><Relationship Type="http://schemas.openxmlformats.org/officeDocument/2006/relationships/slideLayout" Target="/ppt/slideLayouts/slideLayout8.xml" Id="R4ca2551beeef417d" /><Relationship Type="http://schemas.openxmlformats.org/officeDocument/2006/relationships/hyperlink" Target="https://app.powerbi.com/groups/me/reports/081b62e0-ee6b-47af-80ab-a2476908bfd1/?pbi_source=PowerPoint" TargetMode="External" Id="RelId1" /><Relationship Type="http://schemas.openxmlformats.org/officeDocument/2006/relationships/image" Target="/ppt/media/image5.png" Id="imgId449192112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relatorio_gerencial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13/11/2025 15:18:58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13/11/2025 15:10:26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hape ,shape ,shape ,shape ,logo_dio ,textbox ,shape ,shape ,shape ,shape ,shape ,textbox ,shape ,shape ,shape ,shape ,shape ,Sales x Mês ,card ,card ,card ,card ,card ,clusteredBarChart ,Botão - donut ,Botão - bar ,Sales x Segment ,Sales x Product ,clean ,actionButton ,textbox ,slicer ,Sales x Country ,Botão - Treemap ,map ,Botão - map ,actionButton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4919211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Página 1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hape ,shape ,shape ,shape ,logo_dio ,textbox ,textbox ,shape ,shape ,shape ,shape ,shape ,treemap ,RadarChart1446119667547 ,waterfallChart ,decompositionTreeVisual ,ChicletSlicer1448559807354 ,actionButton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4919211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Página 2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